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6905E2-A94D-40F7-9C92-A15880EFA332}" v="19" dt="2026-10-03T08:50:24.9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77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ram 11" userId="0170f18911d52248" providerId="LiveId" clId="{A47FD2E7-0270-4FF7-963B-E6845816EBC5}"/>
    <pc:docChg chg="undo custSel addSld delSld modSld">
      <pc:chgData name="sriram 11" userId="0170f18911d52248" providerId="LiveId" clId="{A47FD2E7-0270-4FF7-963B-E6845816EBC5}" dt="2026-10-03T09:02:58.214" v="975" actId="14100"/>
      <pc:docMkLst>
        <pc:docMk/>
      </pc:docMkLst>
      <pc:sldChg chg="addSp modSp mod">
        <pc:chgData name="sriram 11" userId="0170f18911d52248" providerId="LiveId" clId="{A47FD2E7-0270-4FF7-963B-E6845816EBC5}" dt="2026-10-03T07:37:34.639" v="94" actId="1076"/>
        <pc:sldMkLst>
          <pc:docMk/>
          <pc:sldMk cId="3779061479" sldId="256"/>
        </pc:sldMkLst>
        <pc:spChg chg="mod">
          <ac:chgData name="sriram 11" userId="0170f18911d52248" providerId="LiveId" clId="{A47FD2E7-0270-4FF7-963B-E6845816EBC5}" dt="2026-10-03T07:37:29.233" v="92" actId="20577"/>
          <ac:spMkLst>
            <pc:docMk/>
            <pc:sldMk cId="3779061479" sldId="256"/>
            <ac:spMk id="6" creationId="{39E86F6C-02AB-DE61-A8DC-D2F572FA78E7}"/>
          </ac:spMkLst>
        </pc:spChg>
        <pc:picChg chg="add mod">
          <ac:chgData name="sriram 11" userId="0170f18911d52248" providerId="LiveId" clId="{A47FD2E7-0270-4FF7-963B-E6845816EBC5}" dt="2026-10-03T07:37:32.648" v="93" actId="1076"/>
          <ac:picMkLst>
            <pc:docMk/>
            <pc:sldMk cId="3779061479" sldId="256"/>
            <ac:picMk id="3" creationId="{848AEAAE-D526-5EC2-15B9-CD1046D99522}"/>
          </ac:picMkLst>
        </pc:picChg>
        <pc:picChg chg="add mod">
          <ac:chgData name="sriram 11" userId="0170f18911d52248" providerId="LiveId" clId="{A47FD2E7-0270-4FF7-963B-E6845816EBC5}" dt="2026-10-03T07:37:34.639" v="94" actId="1076"/>
          <ac:picMkLst>
            <pc:docMk/>
            <pc:sldMk cId="3779061479" sldId="256"/>
            <ac:picMk id="8" creationId="{11293D03-1F4C-C88A-7B6C-58537FDDCC19}"/>
          </ac:picMkLst>
        </pc:picChg>
      </pc:sldChg>
      <pc:sldChg chg="addSp delSp modSp add mod">
        <pc:chgData name="sriram 11" userId="0170f18911d52248" providerId="LiveId" clId="{A47FD2E7-0270-4FF7-963B-E6845816EBC5}" dt="2026-10-03T07:47:49.188" v="176" actId="14100"/>
        <pc:sldMkLst>
          <pc:docMk/>
          <pc:sldMk cId="2524193016" sldId="257"/>
        </pc:sldMkLst>
        <pc:spChg chg="add del mod">
          <ac:chgData name="sriram 11" userId="0170f18911d52248" providerId="LiveId" clId="{A47FD2E7-0270-4FF7-963B-E6845816EBC5}" dt="2026-10-03T07:38:29.415" v="126" actId="478"/>
          <ac:spMkLst>
            <pc:docMk/>
            <pc:sldMk cId="2524193016" sldId="257"/>
            <ac:spMk id="2" creationId="{C1A1FEFC-4F41-E296-5871-EA0A3D9B1C3C}"/>
          </ac:spMkLst>
        </pc:spChg>
        <pc:spChg chg="mod">
          <ac:chgData name="sriram 11" userId="0170f18911d52248" providerId="LiveId" clId="{A47FD2E7-0270-4FF7-963B-E6845816EBC5}" dt="2026-10-03T07:38:26.869" v="125" actId="1076"/>
          <ac:spMkLst>
            <pc:docMk/>
            <pc:sldMk cId="2524193016" sldId="257"/>
            <ac:spMk id="4" creationId="{B1D20AAD-0AB4-E3A4-9080-B0A2FC6E328D}"/>
          </ac:spMkLst>
        </pc:spChg>
        <pc:spChg chg="del">
          <ac:chgData name="sriram 11" userId="0170f18911d52248" providerId="LiveId" clId="{A47FD2E7-0270-4FF7-963B-E6845816EBC5}" dt="2026-10-03T07:37:51.058" v="101" actId="478"/>
          <ac:spMkLst>
            <pc:docMk/>
            <pc:sldMk cId="2524193016" sldId="257"/>
            <ac:spMk id="5" creationId="{A9F55F83-BBBA-33E6-8280-74D720BA88E1}"/>
          </ac:spMkLst>
        </pc:spChg>
        <pc:spChg chg="del mod">
          <ac:chgData name="sriram 11" userId="0170f18911d52248" providerId="LiveId" clId="{A47FD2E7-0270-4FF7-963B-E6845816EBC5}" dt="2026-10-03T07:37:45.680" v="99"/>
          <ac:spMkLst>
            <pc:docMk/>
            <pc:sldMk cId="2524193016" sldId="257"/>
            <ac:spMk id="6" creationId="{6B1BE93F-8F32-216A-306E-6C098413AEEB}"/>
          </ac:spMkLst>
        </pc:spChg>
        <pc:spChg chg="add mod">
          <ac:chgData name="sriram 11" userId="0170f18911d52248" providerId="LiveId" clId="{A47FD2E7-0270-4FF7-963B-E6845816EBC5}" dt="2026-10-03T07:47:44.623" v="175" actId="20577"/>
          <ac:spMkLst>
            <pc:docMk/>
            <pc:sldMk cId="2524193016" sldId="257"/>
            <ac:spMk id="10" creationId="{9826A977-C193-1334-5078-892AE42C2AA8}"/>
          </ac:spMkLst>
        </pc:spChg>
        <pc:picChg chg="del">
          <ac:chgData name="sriram 11" userId="0170f18911d52248" providerId="LiveId" clId="{A47FD2E7-0270-4FF7-963B-E6845816EBC5}" dt="2026-10-03T07:37:45.670" v="97" actId="478"/>
          <ac:picMkLst>
            <pc:docMk/>
            <pc:sldMk cId="2524193016" sldId="257"/>
            <ac:picMk id="3" creationId="{6BD3D09A-D04F-9A05-AF4E-BA4A7408E8F1}"/>
          </ac:picMkLst>
        </pc:picChg>
        <pc:picChg chg="del">
          <ac:chgData name="sriram 11" userId="0170f18911d52248" providerId="LiveId" clId="{A47FD2E7-0270-4FF7-963B-E6845816EBC5}" dt="2026-10-03T07:37:47.135" v="100" actId="478"/>
          <ac:picMkLst>
            <pc:docMk/>
            <pc:sldMk cId="2524193016" sldId="257"/>
            <ac:picMk id="8" creationId="{B25540B6-9952-C50E-41D9-88EC569C0C7A}"/>
          </ac:picMkLst>
        </pc:picChg>
        <pc:picChg chg="add mod">
          <ac:chgData name="sriram 11" userId="0170f18911d52248" providerId="LiveId" clId="{A47FD2E7-0270-4FF7-963B-E6845816EBC5}" dt="2026-10-03T07:40:43.303" v="157" actId="1076"/>
          <ac:picMkLst>
            <pc:docMk/>
            <pc:sldMk cId="2524193016" sldId="257"/>
            <ac:picMk id="9" creationId="{DCF06EE7-0397-3B3D-E530-25698F4F546F}"/>
          </ac:picMkLst>
        </pc:picChg>
        <pc:picChg chg="add del">
          <ac:chgData name="sriram 11" userId="0170f18911d52248" providerId="LiveId" clId="{A47FD2E7-0270-4FF7-963B-E6845816EBC5}" dt="2026-10-03T07:40:51.178" v="160" actId="22"/>
          <ac:picMkLst>
            <pc:docMk/>
            <pc:sldMk cId="2524193016" sldId="257"/>
            <ac:picMk id="12" creationId="{DCB4297C-0130-1DF6-D09E-16CEEEE950E9}"/>
          </ac:picMkLst>
        </pc:picChg>
        <pc:picChg chg="add mod">
          <ac:chgData name="sriram 11" userId="0170f18911d52248" providerId="LiveId" clId="{A47FD2E7-0270-4FF7-963B-E6845816EBC5}" dt="2026-10-03T07:47:49.188" v="176" actId="14100"/>
          <ac:picMkLst>
            <pc:docMk/>
            <pc:sldMk cId="2524193016" sldId="257"/>
            <ac:picMk id="14" creationId="{B809AE18-2E57-F7C5-3512-237DE5FEB0D3}"/>
          </ac:picMkLst>
        </pc:picChg>
      </pc:sldChg>
      <pc:sldChg chg="addSp modSp add mod">
        <pc:chgData name="sriram 11" userId="0170f18911d52248" providerId="LiveId" clId="{A47FD2E7-0270-4FF7-963B-E6845816EBC5}" dt="2026-10-03T07:50:43.854" v="222" actId="1076"/>
        <pc:sldMkLst>
          <pc:docMk/>
          <pc:sldMk cId="93641613" sldId="258"/>
        </pc:sldMkLst>
        <pc:spChg chg="add mod">
          <ac:chgData name="sriram 11" userId="0170f18911d52248" providerId="LiveId" clId="{A47FD2E7-0270-4FF7-963B-E6845816EBC5}" dt="2026-10-03T07:49:40.907" v="219" actId="20577"/>
          <ac:spMkLst>
            <pc:docMk/>
            <pc:sldMk cId="93641613" sldId="258"/>
            <ac:spMk id="2" creationId="{EB26F435-72A7-4CAA-AD89-3FE423F020B8}"/>
          </ac:spMkLst>
        </pc:spChg>
        <pc:picChg chg="add mod">
          <ac:chgData name="sriram 11" userId="0170f18911d52248" providerId="LiveId" clId="{A47FD2E7-0270-4FF7-963B-E6845816EBC5}" dt="2026-10-03T07:49:21.123" v="203" actId="14100"/>
          <ac:picMkLst>
            <pc:docMk/>
            <pc:sldMk cId="93641613" sldId="258"/>
            <ac:picMk id="5" creationId="{19DEEAF9-2910-712E-267A-E75D0164D01F}"/>
          </ac:picMkLst>
        </pc:picChg>
        <pc:picChg chg="add mod">
          <ac:chgData name="sriram 11" userId="0170f18911d52248" providerId="LiveId" clId="{A47FD2E7-0270-4FF7-963B-E6845816EBC5}" dt="2026-10-03T07:50:43.854" v="222" actId="1076"/>
          <ac:picMkLst>
            <pc:docMk/>
            <pc:sldMk cId="93641613" sldId="258"/>
            <ac:picMk id="7" creationId="{80CDB88E-54FD-20B8-D4C0-413E12ED28FA}"/>
          </ac:picMkLst>
        </pc:picChg>
      </pc:sldChg>
      <pc:sldChg chg="delSp modSp add del mod">
        <pc:chgData name="sriram 11" userId="0170f18911d52248" providerId="LiveId" clId="{A47FD2E7-0270-4FF7-963B-E6845816EBC5}" dt="2026-10-03T07:39:11.398" v="150" actId="47"/>
        <pc:sldMkLst>
          <pc:docMk/>
          <pc:sldMk cId="959660367" sldId="258"/>
        </pc:sldMkLst>
        <pc:spChg chg="del">
          <ac:chgData name="sriram 11" userId="0170f18911d52248" providerId="LiveId" clId="{A47FD2E7-0270-4FF7-963B-E6845816EBC5}" dt="2026-10-03T07:38:53.552" v="128" actId="478"/>
          <ac:spMkLst>
            <pc:docMk/>
            <pc:sldMk cId="959660367" sldId="258"/>
            <ac:spMk id="5" creationId="{672BE056-5696-0CF6-D463-CC31F4883BE1}"/>
          </ac:spMkLst>
        </pc:spChg>
        <pc:spChg chg="mod">
          <ac:chgData name="sriram 11" userId="0170f18911d52248" providerId="LiveId" clId="{A47FD2E7-0270-4FF7-963B-E6845816EBC5}" dt="2026-10-03T07:39:05.675" v="149" actId="20577"/>
          <ac:spMkLst>
            <pc:docMk/>
            <pc:sldMk cId="959660367" sldId="258"/>
            <ac:spMk id="6" creationId="{444EB039-7335-6FE3-3BC6-62F1AE1ED4A3}"/>
          </ac:spMkLst>
        </pc:spChg>
        <pc:picChg chg="del mod">
          <ac:chgData name="sriram 11" userId="0170f18911d52248" providerId="LiveId" clId="{A47FD2E7-0270-4FF7-963B-E6845816EBC5}" dt="2026-10-03T07:38:56.046" v="131" actId="478"/>
          <ac:picMkLst>
            <pc:docMk/>
            <pc:sldMk cId="959660367" sldId="258"/>
            <ac:picMk id="3" creationId="{F163E95C-9F49-3283-BD04-6CA3D881D62E}"/>
          </ac:picMkLst>
        </pc:picChg>
        <pc:picChg chg="del">
          <ac:chgData name="sriram 11" userId="0170f18911d52248" providerId="LiveId" clId="{A47FD2E7-0270-4FF7-963B-E6845816EBC5}" dt="2026-10-03T07:38:57.199" v="132" actId="478"/>
          <ac:picMkLst>
            <pc:docMk/>
            <pc:sldMk cId="959660367" sldId="258"/>
            <ac:picMk id="8" creationId="{A4E0A964-B18C-D102-713A-2788438E5DFF}"/>
          </ac:picMkLst>
        </pc:picChg>
      </pc:sldChg>
      <pc:sldChg chg="addSp modSp add mod">
        <pc:chgData name="sriram 11" userId="0170f18911d52248" providerId="LiveId" clId="{A47FD2E7-0270-4FF7-963B-E6845816EBC5}" dt="2026-10-03T07:53:36.433" v="315" actId="20577"/>
        <pc:sldMkLst>
          <pc:docMk/>
          <pc:sldMk cId="3327537401" sldId="259"/>
        </pc:sldMkLst>
        <pc:spChg chg="add mod">
          <ac:chgData name="sriram 11" userId="0170f18911d52248" providerId="LiveId" clId="{A47FD2E7-0270-4FF7-963B-E6845816EBC5}" dt="2026-10-03T07:53:36.433" v="315" actId="20577"/>
          <ac:spMkLst>
            <pc:docMk/>
            <pc:sldMk cId="3327537401" sldId="259"/>
            <ac:spMk id="2" creationId="{86CFD5E2-7047-CFAD-08EF-FCC1E41B4168}"/>
          </ac:spMkLst>
        </pc:spChg>
        <pc:picChg chg="add mod">
          <ac:chgData name="sriram 11" userId="0170f18911d52248" providerId="LiveId" clId="{A47FD2E7-0270-4FF7-963B-E6845816EBC5}" dt="2026-10-03T07:52:15.456" v="246" actId="1076"/>
          <ac:picMkLst>
            <pc:docMk/>
            <pc:sldMk cId="3327537401" sldId="259"/>
            <ac:picMk id="5" creationId="{43C29B85-B46C-7780-2A5C-662BFCB23D29}"/>
          </ac:picMkLst>
        </pc:picChg>
        <pc:picChg chg="add mod">
          <ac:chgData name="sriram 11" userId="0170f18911d52248" providerId="LiveId" clId="{A47FD2E7-0270-4FF7-963B-E6845816EBC5}" dt="2026-10-03T07:53:20.481" v="301" actId="14100"/>
          <ac:picMkLst>
            <pc:docMk/>
            <pc:sldMk cId="3327537401" sldId="259"/>
            <ac:picMk id="7" creationId="{C88254EE-87AA-9BF8-05F1-D10C348011AB}"/>
          </ac:picMkLst>
        </pc:picChg>
      </pc:sldChg>
      <pc:sldChg chg="addSp modSp add mod">
        <pc:chgData name="sriram 11" userId="0170f18911d52248" providerId="LiveId" clId="{A47FD2E7-0270-4FF7-963B-E6845816EBC5}" dt="2026-10-03T07:59:42.508" v="375" actId="1076"/>
        <pc:sldMkLst>
          <pc:docMk/>
          <pc:sldMk cId="735728224" sldId="260"/>
        </pc:sldMkLst>
        <pc:spChg chg="add mod">
          <ac:chgData name="sriram 11" userId="0170f18911d52248" providerId="LiveId" clId="{A47FD2E7-0270-4FF7-963B-E6845816EBC5}" dt="2026-10-03T07:59:38.902" v="374" actId="20577"/>
          <ac:spMkLst>
            <pc:docMk/>
            <pc:sldMk cId="735728224" sldId="260"/>
            <ac:spMk id="2" creationId="{D5E0D847-5DB0-928A-9728-BFC1F20333DF}"/>
          </ac:spMkLst>
        </pc:spChg>
        <pc:picChg chg="add mod">
          <ac:chgData name="sriram 11" userId="0170f18911d52248" providerId="LiveId" clId="{A47FD2E7-0270-4FF7-963B-E6845816EBC5}" dt="2026-10-03T07:57:23.947" v="332" actId="14100"/>
          <ac:picMkLst>
            <pc:docMk/>
            <pc:sldMk cId="735728224" sldId="260"/>
            <ac:picMk id="5" creationId="{137D7319-F20D-DD75-9012-CF0D79E40BB9}"/>
          </ac:picMkLst>
        </pc:picChg>
        <pc:picChg chg="add mod">
          <ac:chgData name="sriram 11" userId="0170f18911d52248" providerId="LiveId" clId="{A47FD2E7-0270-4FF7-963B-E6845816EBC5}" dt="2026-10-03T07:59:42.508" v="375" actId="1076"/>
          <ac:picMkLst>
            <pc:docMk/>
            <pc:sldMk cId="735728224" sldId="260"/>
            <ac:picMk id="7" creationId="{B0DB8F7E-94C2-EE04-A2B7-F1A3A2B7B6F0}"/>
          </ac:picMkLst>
        </pc:picChg>
      </pc:sldChg>
      <pc:sldChg chg="addSp delSp modSp add mod">
        <pc:chgData name="sriram 11" userId="0170f18911d52248" providerId="LiveId" clId="{A47FD2E7-0270-4FF7-963B-E6845816EBC5}" dt="2026-10-03T08:01:58.634" v="405" actId="1076"/>
        <pc:sldMkLst>
          <pc:docMk/>
          <pc:sldMk cId="3547756634" sldId="261"/>
        </pc:sldMkLst>
        <pc:spChg chg="add mod">
          <ac:chgData name="sriram 11" userId="0170f18911d52248" providerId="LiveId" clId="{A47FD2E7-0270-4FF7-963B-E6845816EBC5}" dt="2026-10-03T08:01:37.927" v="397" actId="20577"/>
          <ac:spMkLst>
            <pc:docMk/>
            <pc:sldMk cId="3547756634" sldId="261"/>
            <ac:spMk id="3" creationId="{E9F38973-6F53-D359-BB9E-8081FCC723D3}"/>
          </ac:spMkLst>
        </pc:spChg>
        <pc:spChg chg="add del">
          <ac:chgData name="sriram 11" userId="0170f18911d52248" providerId="LiveId" clId="{A47FD2E7-0270-4FF7-963B-E6845816EBC5}" dt="2026-10-03T08:00:03.479" v="392" actId="478"/>
          <ac:spMkLst>
            <pc:docMk/>
            <pc:sldMk cId="3547756634" sldId="261"/>
            <ac:spMk id="6" creationId="{7B8EA9A5-0C2B-9094-BA91-BCEB560DAFAE}"/>
          </ac:spMkLst>
        </pc:spChg>
        <pc:picChg chg="add mod">
          <ac:chgData name="sriram 11" userId="0170f18911d52248" providerId="LiveId" clId="{A47FD2E7-0270-4FF7-963B-E6845816EBC5}" dt="2026-10-03T08:00:09.649" v="394" actId="1076"/>
          <ac:picMkLst>
            <pc:docMk/>
            <pc:sldMk cId="3547756634" sldId="261"/>
            <ac:picMk id="8" creationId="{3C67B239-8567-C9E5-D6B0-FBDB26AEAA69}"/>
          </ac:picMkLst>
        </pc:picChg>
        <pc:picChg chg="add mod">
          <ac:chgData name="sriram 11" userId="0170f18911d52248" providerId="LiveId" clId="{A47FD2E7-0270-4FF7-963B-E6845816EBC5}" dt="2026-10-03T08:01:58.634" v="405" actId="1076"/>
          <ac:picMkLst>
            <pc:docMk/>
            <pc:sldMk cId="3547756634" sldId="261"/>
            <ac:picMk id="10" creationId="{B1CF06B4-1294-527A-4FD9-878C352C5AB9}"/>
          </ac:picMkLst>
        </pc:picChg>
      </pc:sldChg>
      <pc:sldChg chg="addSp modSp add mod">
        <pc:chgData name="sriram 11" userId="0170f18911d52248" providerId="LiveId" clId="{A47FD2E7-0270-4FF7-963B-E6845816EBC5}" dt="2026-10-03T08:05:07.018" v="448" actId="14100"/>
        <pc:sldMkLst>
          <pc:docMk/>
          <pc:sldMk cId="1162088864" sldId="262"/>
        </pc:sldMkLst>
        <pc:spChg chg="add mod">
          <ac:chgData name="sriram 11" userId="0170f18911d52248" providerId="LiveId" clId="{A47FD2E7-0270-4FF7-963B-E6845816EBC5}" dt="2026-10-03T08:04:21.438" v="442"/>
          <ac:spMkLst>
            <pc:docMk/>
            <pc:sldMk cId="1162088864" sldId="262"/>
            <ac:spMk id="3" creationId="{33D4CF10-DE76-C614-CCB8-D596FCB3AFB1}"/>
          </ac:spMkLst>
        </pc:spChg>
        <pc:picChg chg="add mod">
          <ac:chgData name="sriram 11" userId="0170f18911d52248" providerId="LiveId" clId="{A47FD2E7-0270-4FF7-963B-E6845816EBC5}" dt="2026-10-03T08:03:00.589" v="419" actId="14100"/>
          <ac:picMkLst>
            <pc:docMk/>
            <pc:sldMk cId="1162088864" sldId="262"/>
            <ac:picMk id="6" creationId="{F487A9BF-44E5-1342-F741-970B7C03A756}"/>
          </ac:picMkLst>
        </pc:picChg>
        <pc:picChg chg="add mod">
          <ac:chgData name="sriram 11" userId="0170f18911d52248" providerId="LiveId" clId="{A47FD2E7-0270-4FF7-963B-E6845816EBC5}" dt="2026-10-03T08:03:28.567" v="433" actId="14100"/>
          <ac:picMkLst>
            <pc:docMk/>
            <pc:sldMk cId="1162088864" sldId="262"/>
            <ac:picMk id="8" creationId="{08A099B2-6B71-C9D0-A329-8A7E5B2E0785}"/>
          </ac:picMkLst>
        </pc:picChg>
        <pc:picChg chg="add mod">
          <ac:chgData name="sriram 11" userId="0170f18911d52248" providerId="LiveId" clId="{A47FD2E7-0270-4FF7-963B-E6845816EBC5}" dt="2026-10-03T08:05:07.018" v="448" actId="14100"/>
          <ac:picMkLst>
            <pc:docMk/>
            <pc:sldMk cId="1162088864" sldId="262"/>
            <ac:picMk id="10" creationId="{9833B94F-08D4-A055-90A6-5E48AE34DB5C}"/>
          </ac:picMkLst>
        </pc:picChg>
      </pc:sldChg>
      <pc:sldChg chg="addSp delSp modSp add mod">
        <pc:chgData name="sriram 11" userId="0170f18911d52248" providerId="LiveId" clId="{A47FD2E7-0270-4FF7-963B-E6845816EBC5}" dt="2026-10-03T08:13:03.713" v="538" actId="20577"/>
        <pc:sldMkLst>
          <pc:docMk/>
          <pc:sldMk cId="614483462" sldId="263"/>
        </pc:sldMkLst>
        <pc:spChg chg="del mod">
          <ac:chgData name="sriram 11" userId="0170f18911d52248" providerId="LiveId" clId="{A47FD2E7-0270-4FF7-963B-E6845816EBC5}" dt="2026-10-03T08:10:02.214" v="453"/>
          <ac:spMkLst>
            <pc:docMk/>
            <pc:sldMk cId="614483462" sldId="263"/>
            <ac:spMk id="3" creationId="{EE849470-F162-9512-1039-3EA3779AB896}"/>
          </ac:spMkLst>
        </pc:spChg>
        <pc:spChg chg="add mod">
          <ac:chgData name="sriram 11" userId="0170f18911d52248" providerId="LiveId" clId="{A47FD2E7-0270-4FF7-963B-E6845816EBC5}" dt="2026-10-03T08:13:03.713" v="538" actId="20577"/>
          <ac:spMkLst>
            <pc:docMk/>
            <pc:sldMk cId="614483462" sldId="263"/>
            <ac:spMk id="9" creationId="{56827C4A-14AD-27D3-DBF2-4CE72B71A9BA}"/>
          </ac:spMkLst>
        </pc:spChg>
        <pc:picChg chg="add mod">
          <ac:chgData name="sriram 11" userId="0170f18911d52248" providerId="LiveId" clId="{A47FD2E7-0270-4FF7-963B-E6845816EBC5}" dt="2026-10-03T08:11:31.215" v="492" actId="1076"/>
          <ac:picMkLst>
            <pc:docMk/>
            <pc:sldMk cId="614483462" sldId="263"/>
            <ac:picMk id="5" creationId="{FDAD1A44-A8CF-3F27-22BA-D6C41EF366B7}"/>
          </ac:picMkLst>
        </pc:picChg>
        <pc:picChg chg="del">
          <ac:chgData name="sriram 11" userId="0170f18911d52248" providerId="LiveId" clId="{A47FD2E7-0270-4FF7-963B-E6845816EBC5}" dt="2026-10-03T08:10:02.209" v="451" actId="478"/>
          <ac:picMkLst>
            <pc:docMk/>
            <pc:sldMk cId="614483462" sldId="263"/>
            <ac:picMk id="6" creationId="{79A0328F-040D-2A83-D1C7-B8839000F77E}"/>
          </ac:picMkLst>
        </pc:picChg>
        <pc:picChg chg="del">
          <ac:chgData name="sriram 11" userId="0170f18911d52248" providerId="LiveId" clId="{A47FD2E7-0270-4FF7-963B-E6845816EBC5}" dt="2026-10-03T08:10:03.634" v="454" actId="478"/>
          <ac:picMkLst>
            <pc:docMk/>
            <pc:sldMk cId="614483462" sldId="263"/>
            <ac:picMk id="8" creationId="{31AEDFEB-215A-D9DF-DFEA-08B8C306ECFF}"/>
          </ac:picMkLst>
        </pc:picChg>
        <pc:picChg chg="del">
          <ac:chgData name="sriram 11" userId="0170f18911d52248" providerId="LiveId" clId="{A47FD2E7-0270-4FF7-963B-E6845816EBC5}" dt="2026-10-03T08:10:05.480" v="455" actId="478"/>
          <ac:picMkLst>
            <pc:docMk/>
            <pc:sldMk cId="614483462" sldId="263"/>
            <ac:picMk id="10" creationId="{DDE28786-3B8F-8F26-46FC-CCF92268DDB8}"/>
          </ac:picMkLst>
        </pc:picChg>
        <pc:picChg chg="add mod">
          <ac:chgData name="sriram 11" userId="0170f18911d52248" providerId="LiveId" clId="{A47FD2E7-0270-4FF7-963B-E6845816EBC5}" dt="2026-10-03T08:12:57.154" v="530" actId="1076"/>
          <ac:picMkLst>
            <pc:docMk/>
            <pc:sldMk cId="614483462" sldId="263"/>
            <ac:picMk id="12" creationId="{2C464816-EB4D-C25E-38DF-EC0D2E28D06C}"/>
          </ac:picMkLst>
        </pc:picChg>
      </pc:sldChg>
      <pc:sldChg chg="addSp delSp modSp add del mod">
        <pc:chgData name="sriram 11" userId="0170f18911d52248" providerId="LiveId" clId="{A47FD2E7-0270-4FF7-963B-E6845816EBC5}" dt="2026-10-03T08:13:27.702" v="550" actId="2890"/>
        <pc:sldMkLst>
          <pc:docMk/>
          <pc:sldMk cId="560310580" sldId="264"/>
        </pc:sldMkLst>
        <pc:spChg chg="add del mod">
          <ac:chgData name="sriram 11" userId="0170f18911d52248" providerId="LiveId" clId="{A47FD2E7-0270-4FF7-963B-E6845816EBC5}" dt="2026-10-03T08:13:27.338" v="549" actId="1076"/>
          <ac:spMkLst>
            <pc:docMk/>
            <pc:sldMk cId="560310580" sldId="264"/>
            <ac:spMk id="9" creationId="{87D6EAA6-D0B4-C514-88B7-97FF3D014872}"/>
          </ac:spMkLst>
        </pc:spChg>
        <pc:picChg chg="add mod">
          <ac:chgData name="sriram 11" userId="0170f18911d52248" providerId="LiveId" clId="{A47FD2E7-0270-4FF7-963B-E6845816EBC5}" dt="2026-10-03T08:13:26.980" v="548" actId="571"/>
          <ac:picMkLst>
            <pc:docMk/>
            <pc:sldMk cId="560310580" sldId="264"/>
            <ac:picMk id="2" creationId="{FFBD776E-E7B2-0C89-CAB9-40C196E0F607}"/>
          </ac:picMkLst>
        </pc:picChg>
        <pc:picChg chg="add del">
          <ac:chgData name="sriram 11" userId="0170f18911d52248" providerId="LiveId" clId="{A47FD2E7-0270-4FF7-963B-E6845816EBC5}" dt="2026-10-03T08:13:18.392" v="544" actId="478"/>
          <ac:picMkLst>
            <pc:docMk/>
            <pc:sldMk cId="560310580" sldId="264"/>
            <ac:picMk id="5" creationId="{4E0C1BB9-3A67-DD8E-0E3F-77F533AF40B4}"/>
          </ac:picMkLst>
        </pc:picChg>
        <pc:picChg chg="add del">
          <ac:chgData name="sriram 11" userId="0170f18911d52248" providerId="LiveId" clId="{A47FD2E7-0270-4FF7-963B-E6845816EBC5}" dt="2026-10-03T08:13:18.055" v="543" actId="478"/>
          <ac:picMkLst>
            <pc:docMk/>
            <pc:sldMk cId="560310580" sldId="264"/>
            <ac:picMk id="12" creationId="{E08059AC-E034-5424-85F7-D2163F760A13}"/>
          </ac:picMkLst>
        </pc:picChg>
      </pc:sldChg>
      <pc:sldChg chg="addSp delSp modSp add mod">
        <pc:chgData name="sriram 11" userId="0170f18911d52248" providerId="LiveId" clId="{A47FD2E7-0270-4FF7-963B-E6845816EBC5}" dt="2026-10-03T08:22:02.160" v="588" actId="20577"/>
        <pc:sldMkLst>
          <pc:docMk/>
          <pc:sldMk cId="619099660" sldId="264"/>
        </pc:sldMkLst>
        <pc:spChg chg="add mod">
          <ac:chgData name="sriram 11" userId="0170f18911d52248" providerId="LiveId" clId="{A47FD2E7-0270-4FF7-963B-E6845816EBC5}" dt="2026-10-03T08:13:54.103" v="562"/>
          <ac:spMkLst>
            <pc:docMk/>
            <pc:sldMk cId="619099660" sldId="264"/>
            <ac:spMk id="2" creationId="{8CE08129-8350-67DA-24A3-2635EA364AAE}"/>
          </ac:spMkLst>
        </pc:spChg>
        <pc:spChg chg="add mod">
          <ac:chgData name="sriram 11" userId="0170f18911d52248" providerId="LiveId" clId="{A47FD2E7-0270-4FF7-963B-E6845816EBC5}" dt="2026-10-03T08:22:02.160" v="588" actId="20577"/>
          <ac:spMkLst>
            <pc:docMk/>
            <pc:sldMk cId="619099660" sldId="264"/>
            <ac:spMk id="8" creationId="{F3A6F1A2-9C12-633F-6046-59BA2D4A68AB}"/>
          </ac:spMkLst>
        </pc:spChg>
        <pc:spChg chg="del">
          <ac:chgData name="sriram 11" userId="0170f18911d52248" providerId="LiveId" clId="{A47FD2E7-0270-4FF7-963B-E6845816EBC5}" dt="2026-10-03T08:13:35.738" v="552" actId="478"/>
          <ac:spMkLst>
            <pc:docMk/>
            <pc:sldMk cId="619099660" sldId="264"/>
            <ac:spMk id="9" creationId="{176E8055-0CFD-0FE3-B905-E4819E85412A}"/>
          </ac:spMkLst>
        </pc:spChg>
        <pc:picChg chg="del">
          <ac:chgData name="sriram 11" userId="0170f18911d52248" providerId="LiveId" clId="{A47FD2E7-0270-4FF7-963B-E6845816EBC5}" dt="2026-10-03T08:13:36.384" v="553" actId="478"/>
          <ac:picMkLst>
            <pc:docMk/>
            <pc:sldMk cId="619099660" sldId="264"/>
            <ac:picMk id="5" creationId="{54894205-6BD2-8902-D710-B8A9C6EF124C}"/>
          </ac:picMkLst>
        </pc:picChg>
        <pc:picChg chg="add mod">
          <ac:chgData name="sriram 11" userId="0170f18911d52248" providerId="LiveId" clId="{A47FD2E7-0270-4FF7-963B-E6845816EBC5}" dt="2026-10-03T08:16:33.488" v="568" actId="14100"/>
          <ac:picMkLst>
            <pc:docMk/>
            <pc:sldMk cId="619099660" sldId="264"/>
            <ac:picMk id="6" creationId="{E5A82C2E-606B-1912-AABB-5AFEEA707F26}"/>
          </ac:picMkLst>
        </pc:picChg>
        <pc:picChg chg="add mod">
          <ac:chgData name="sriram 11" userId="0170f18911d52248" providerId="LiveId" clId="{A47FD2E7-0270-4FF7-963B-E6845816EBC5}" dt="2026-10-03T08:21:52.891" v="583" actId="14100"/>
          <ac:picMkLst>
            <pc:docMk/>
            <pc:sldMk cId="619099660" sldId="264"/>
            <ac:picMk id="11" creationId="{E5C88D43-249C-2891-E765-A58D80EC0FB1}"/>
          </ac:picMkLst>
        </pc:picChg>
        <pc:picChg chg="del">
          <ac:chgData name="sriram 11" userId="0170f18911d52248" providerId="LiveId" clId="{A47FD2E7-0270-4FF7-963B-E6845816EBC5}" dt="2026-10-03T08:13:39.335" v="554" actId="478"/>
          <ac:picMkLst>
            <pc:docMk/>
            <pc:sldMk cId="619099660" sldId="264"/>
            <ac:picMk id="12" creationId="{60C3E954-1125-7C98-454E-401BAF380A40}"/>
          </ac:picMkLst>
        </pc:picChg>
      </pc:sldChg>
      <pc:sldChg chg="addSp delSp modSp add mod">
        <pc:chgData name="sriram 11" userId="0170f18911d52248" providerId="LiveId" clId="{A47FD2E7-0270-4FF7-963B-E6845816EBC5}" dt="2026-10-03T08:32:16.980" v="703" actId="5793"/>
        <pc:sldMkLst>
          <pc:docMk/>
          <pc:sldMk cId="3995123471" sldId="265"/>
        </pc:sldMkLst>
        <pc:spChg chg="add del mod">
          <ac:chgData name="sriram 11" userId="0170f18911d52248" providerId="LiveId" clId="{A47FD2E7-0270-4FF7-963B-E6845816EBC5}" dt="2026-10-03T08:22:05.969" v="591"/>
          <ac:spMkLst>
            <pc:docMk/>
            <pc:sldMk cId="3995123471" sldId="265"/>
            <ac:spMk id="2" creationId="{621A35F9-A014-A40C-A73A-F5E1C953D281}"/>
          </ac:spMkLst>
        </pc:spChg>
        <pc:spChg chg="add mod">
          <ac:chgData name="sriram 11" userId="0170f18911d52248" providerId="LiveId" clId="{A47FD2E7-0270-4FF7-963B-E6845816EBC5}" dt="2026-10-03T08:32:16.980" v="703" actId="5793"/>
          <ac:spMkLst>
            <pc:docMk/>
            <pc:sldMk cId="3995123471" sldId="265"/>
            <ac:spMk id="5" creationId="{2412C3E2-1C04-EA76-3717-93539E3B9C8D}"/>
          </ac:spMkLst>
        </pc:spChg>
        <pc:picChg chg="add mod">
          <ac:chgData name="sriram 11" userId="0170f18911d52248" providerId="LiveId" clId="{A47FD2E7-0270-4FF7-963B-E6845816EBC5}" dt="2026-10-03T08:23:26.091" v="610" actId="14100"/>
          <ac:picMkLst>
            <pc:docMk/>
            <pc:sldMk cId="3995123471" sldId="265"/>
            <ac:picMk id="7" creationId="{E03DA80E-5B2E-A63C-031E-CF7E128A7CF5}"/>
          </ac:picMkLst>
        </pc:picChg>
        <pc:picChg chg="add mod">
          <ac:chgData name="sriram 11" userId="0170f18911d52248" providerId="LiveId" clId="{A47FD2E7-0270-4FF7-963B-E6845816EBC5}" dt="2026-10-03T08:24:46.324" v="646" actId="14100"/>
          <ac:picMkLst>
            <pc:docMk/>
            <pc:sldMk cId="3995123471" sldId="265"/>
            <ac:picMk id="9" creationId="{CE36B98C-2E9F-948F-7F94-10B42A220DAA}"/>
          </ac:picMkLst>
        </pc:picChg>
        <pc:picChg chg="add mod">
          <ac:chgData name="sriram 11" userId="0170f18911d52248" providerId="LiveId" clId="{A47FD2E7-0270-4FF7-963B-E6845816EBC5}" dt="2026-10-03T08:32:13.211" v="701" actId="1076"/>
          <ac:picMkLst>
            <pc:docMk/>
            <pc:sldMk cId="3995123471" sldId="265"/>
            <ac:picMk id="11" creationId="{B3A62941-4108-D093-0B59-465DD1EB925E}"/>
          </ac:picMkLst>
        </pc:picChg>
      </pc:sldChg>
      <pc:sldChg chg="addSp modSp add mod">
        <pc:chgData name="sriram 11" userId="0170f18911d52248" providerId="LiveId" clId="{A47FD2E7-0270-4FF7-963B-E6845816EBC5}" dt="2026-10-03T08:35:25.454" v="743" actId="20577"/>
        <pc:sldMkLst>
          <pc:docMk/>
          <pc:sldMk cId="1567538041" sldId="266"/>
        </pc:sldMkLst>
        <pc:spChg chg="add mod">
          <ac:chgData name="sriram 11" userId="0170f18911d52248" providerId="LiveId" clId="{A47FD2E7-0270-4FF7-963B-E6845816EBC5}" dt="2026-10-03T08:35:25.454" v="743" actId="20577"/>
          <ac:spMkLst>
            <pc:docMk/>
            <pc:sldMk cId="1567538041" sldId="266"/>
            <ac:spMk id="3" creationId="{71C9AEAF-6A77-7D32-087C-72CF85D3DB98}"/>
          </ac:spMkLst>
        </pc:spChg>
        <pc:picChg chg="add mod">
          <ac:chgData name="sriram 11" userId="0170f18911d52248" providerId="LiveId" clId="{A47FD2E7-0270-4FF7-963B-E6845816EBC5}" dt="2026-10-03T08:34:14.725" v="738" actId="1076"/>
          <ac:picMkLst>
            <pc:docMk/>
            <pc:sldMk cId="1567538041" sldId="266"/>
            <ac:picMk id="6" creationId="{C4D2BC40-5AB3-C563-E706-47294F2940C4}"/>
          </ac:picMkLst>
        </pc:picChg>
        <pc:picChg chg="add mod">
          <ac:chgData name="sriram 11" userId="0170f18911d52248" providerId="LiveId" clId="{A47FD2E7-0270-4FF7-963B-E6845816EBC5}" dt="2026-10-03T08:35:15.688" v="742" actId="14100"/>
          <ac:picMkLst>
            <pc:docMk/>
            <pc:sldMk cId="1567538041" sldId="266"/>
            <ac:picMk id="8" creationId="{38A06019-4E89-2030-E024-5EB0B122642F}"/>
          </ac:picMkLst>
        </pc:picChg>
      </pc:sldChg>
      <pc:sldChg chg="addSp modSp add mod">
        <pc:chgData name="sriram 11" userId="0170f18911d52248" providerId="LiveId" clId="{A47FD2E7-0270-4FF7-963B-E6845816EBC5}" dt="2026-10-03T08:39:42.695" v="750" actId="1076"/>
        <pc:sldMkLst>
          <pc:docMk/>
          <pc:sldMk cId="3553224965" sldId="267"/>
        </pc:sldMkLst>
        <pc:spChg chg="add mod">
          <ac:chgData name="sriram 11" userId="0170f18911d52248" providerId="LiveId" clId="{A47FD2E7-0270-4FF7-963B-E6845816EBC5}" dt="2026-10-03T08:35:37.065" v="747" actId="1076"/>
          <ac:spMkLst>
            <pc:docMk/>
            <pc:sldMk cId="3553224965" sldId="267"/>
            <ac:spMk id="3" creationId="{AEF3E72D-A633-67DA-F00E-0171D502BEB0}"/>
          </ac:spMkLst>
        </pc:spChg>
        <pc:picChg chg="add mod">
          <ac:chgData name="sriram 11" userId="0170f18911d52248" providerId="LiveId" clId="{A47FD2E7-0270-4FF7-963B-E6845816EBC5}" dt="2026-10-03T08:39:42.695" v="750" actId="1076"/>
          <ac:picMkLst>
            <pc:docMk/>
            <pc:sldMk cId="3553224965" sldId="267"/>
            <ac:picMk id="6" creationId="{6E65789A-A287-58D1-FDB5-FA3C2A18F9DF}"/>
          </ac:picMkLst>
        </pc:picChg>
      </pc:sldChg>
      <pc:sldChg chg="addSp delSp modSp add mod">
        <pc:chgData name="sriram 11" userId="0170f18911d52248" providerId="LiveId" clId="{A47FD2E7-0270-4FF7-963B-E6845816EBC5}" dt="2026-10-03T08:51:48.764" v="793" actId="14100"/>
        <pc:sldMkLst>
          <pc:docMk/>
          <pc:sldMk cId="620464738" sldId="268"/>
        </pc:sldMkLst>
        <pc:spChg chg="add mod">
          <ac:chgData name="sriram 11" userId="0170f18911d52248" providerId="LiveId" clId="{A47FD2E7-0270-4FF7-963B-E6845816EBC5}" dt="2026-10-03T08:50:58.419" v="789" actId="20577"/>
          <ac:spMkLst>
            <pc:docMk/>
            <pc:sldMk cId="620464738" sldId="268"/>
            <ac:spMk id="3" creationId="{146AA91F-BCB0-3F20-4549-0BF86D724D51}"/>
          </ac:spMkLst>
        </pc:spChg>
        <pc:spChg chg="mod">
          <ac:chgData name="sriram 11" userId="0170f18911d52248" providerId="LiveId" clId="{A47FD2E7-0270-4FF7-963B-E6845816EBC5}" dt="2026-10-03T08:50:24.948" v="751"/>
          <ac:spMkLst>
            <pc:docMk/>
            <pc:sldMk cId="620464738" sldId="268"/>
            <ac:spMk id="4" creationId="{6E71C7AE-59CA-E8F2-7875-E1C17E0717CD}"/>
          </ac:spMkLst>
        </pc:spChg>
        <pc:spChg chg="add del">
          <ac:chgData name="sriram 11" userId="0170f18911d52248" providerId="LiveId" clId="{A47FD2E7-0270-4FF7-963B-E6845816EBC5}" dt="2026-10-03T08:50:42.237" v="778" actId="22"/>
          <ac:spMkLst>
            <pc:docMk/>
            <pc:sldMk cId="620464738" sldId="268"/>
            <ac:spMk id="6" creationId="{802DE8B2-404A-A3D0-B670-0D30EC8A6CFB}"/>
          </ac:spMkLst>
        </pc:spChg>
        <pc:picChg chg="add mod">
          <ac:chgData name="sriram 11" userId="0170f18911d52248" providerId="LiveId" clId="{A47FD2E7-0270-4FF7-963B-E6845816EBC5}" dt="2026-10-03T08:50:53.238" v="781" actId="1076"/>
          <ac:picMkLst>
            <pc:docMk/>
            <pc:sldMk cId="620464738" sldId="268"/>
            <ac:picMk id="8" creationId="{225E83F1-CB0A-2FA7-AB17-0A8A858023B9}"/>
          </ac:picMkLst>
        </pc:picChg>
        <pc:picChg chg="add mod">
          <ac:chgData name="sriram 11" userId="0170f18911d52248" providerId="LiveId" clId="{A47FD2E7-0270-4FF7-963B-E6845816EBC5}" dt="2026-10-03T08:51:48.764" v="793" actId="14100"/>
          <ac:picMkLst>
            <pc:docMk/>
            <pc:sldMk cId="620464738" sldId="268"/>
            <ac:picMk id="10" creationId="{1EB07BBA-325D-1308-5267-F8C9FDFF39DC}"/>
          </ac:picMkLst>
        </pc:picChg>
      </pc:sldChg>
      <pc:sldChg chg="addSp modSp add mod">
        <pc:chgData name="sriram 11" userId="0170f18911d52248" providerId="LiveId" clId="{A47FD2E7-0270-4FF7-963B-E6845816EBC5}" dt="2026-10-03T08:56:47.566" v="897" actId="1076"/>
        <pc:sldMkLst>
          <pc:docMk/>
          <pc:sldMk cId="200562258" sldId="269"/>
        </pc:sldMkLst>
        <pc:spChg chg="add mod">
          <ac:chgData name="sriram 11" userId="0170f18911d52248" providerId="LiveId" clId="{A47FD2E7-0270-4FF7-963B-E6845816EBC5}" dt="2026-10-03T08:56:47.566" v="897" actId="1076"/>
          <ac:spMkLst>
            <pc:docMk/>
            <pc:sldMk cId="200562258" sldId="269"/>
            <ac:spMk id="6" creationId="{F76475DE-B668-C249-5DC3-060703C6C2E6}"/>
          </ac:spMkLst>
        </pc:spChg>
        <pc:picChg chg="add mod">
          <ac:chgData name="sriram 11" userId="0170f18911d52248" providerId="LiveId" clId="{A47FD2E7-0270-4FF7-963B-E6845816EBC5}" dt="2026-10-03T08:53:48.066" v="810" actId="1076"/>
          <ac:picMkLst>
            <pc:docMk/>
            <pc:sldMk cId="200562258" sldId="269"/>
            <ac:picMk id="3" creationId="{22E68E9C-B9CB-62B8-FE31-AE2DA479E610}"/>
          </ac:picMkLst>
        </pc:picChg>
        <pc:picChg chg="add mod">
          <ac:chgData name="sriram 11" userId="0170f18911d52248" providerId="LiveId" clId="{A47FD2E7-0270-4FF7-963B-E6845816EBC5}" dt="2026-10-03T08:56:11.650" v="888" actId="1076"/>
          <ac:picMkLst>
            <pc:docMk/>
            <pc:sldMk cId="200562258" sldId="269"/>
            <ac:picMk id="8" creationId="{9357025E-E219-6A0D-618A-ED8A6F683F0D}"/>
          </ac:picMkLst>
        </pc:picChg>
      </pc:sldChg>
      <pc:sldChg chg="addSp modSp add mod">
        <pc:chgData name="sriram 11" userId="0170f18911d52248" providerId="LiveId" clId="{A47FD2E7-0270-4FF7-963B-E6845816EBC5}" dt="2026-10-03T08:59:08.099" v="926" actId="14100"/>
        <pc:sldMkLst>
          <pc:docMk/>
          <pc:sldMk cId="197144727" sldId="270"/>
        </pc:sldMkLst>
        <pc:spChg chg="add mod">
          <ac:chgData name="sriram 11" userId="0170f18911d52248" providerId="LiveId" clId="{A47FD2E7-0270-4FF7-963B-E6845816EBC5}" dt="2026-10-03T08:58:19.321" v="922" actId="1076"/>
          <ac:spMkLst>
            <pc:docMk/>
            <pc:sldMk cId="197144727" sldId="270"/>
            <ac:spMk id="3" creationId="{DBA85841-2EA7-3710-D3F1-DAF3C3746EEF}"/>
          </ac:spMkLst>
        </pc:spChg>
        <pc:spChg chg="mod">
          <ac:chgData name="sriram 11" userId="0170f18911d52248" providerId="LiveId" clId="{A47FD2E7-0270-4FF7-963B-E6845816EBC5}" dt="2026-10-03T08:58:14.949" v="921" actId="1076"/>
          <ac:spMkLst>
            <pc:docMk/>
            <pc:sldMk cId="197144727" sldId="270"/>
            <ac:spMk id="4" creationId="{C2A6A02A-23F2-FFDE-93EE-B74A503239A0}"/>
          </ac:spMkLst>
        </pc:spChg>
        <pc:picChg chg="add mod">
          <ac:chgData name="sriram 11" userId="0170f18911d52248" providerId="LiveId" clId="{A47FD2E7-0270-4FF7-963B-E6845816EBC5}" dt="2026-10-03T08:57:50.211" v="902" actId="14100"/>
          <ac:picMkLst>
            <pc:docMk/>
            <pc:sldMk cId="197144727" sldId="270"/>
            <ac:picMk id="6" creationId="{3E0C3A43-6159-EDD0-DDAA-17A76E4BEADA}"/>
          </ac:picMkLst>
        </pc:picChg>
        <pc:picChg chg="add mod">
          <ac:chgData name="sriram 11" userId="0170f18911d52248" providerId="LiveId" clId="{A47FD2E7-0270-4FF7-963B-E6845816EBC5}" dt="2026-10-03T08:59:08.099" v="926" actId="14100"/>
          <ac:picMkLst>
            <pc:docMk/>
            <pc:sldMk cId="197144727" sldId="270"/>
            <ac:picMk id="8" creationId="{EE567C56-E5E3-B98F-7BAF-AEF904BE1B73}"/>
          </ac:picMkLst>
        </pc:picChg>
      </pc:sldChg>
      <pc:sldChg chg="addSp delSp modSp add mod">
        <pc:chgData name="sriram 11" userId="0170f18911d52248" providerId="LiveId" clId="{A47FD2E7-0270-4FF7-963B-E6845816EBC5}" dt="2026-10-03T09:02:58.214" v="975" actId="14100"/>
        <pc:sldMkLst>
          <pc:docMk/>
          <pc:sldMk cId="1095343696" sldId="271"/>
        </pc:sldMkLst>
        <pc:spChg chg="del">
          <ac:chgData name="sriram 11" userId="0170f18911d52248" providerId="LiveId" clId="{A47FD2E7-0270-4FF7-963B-E6845816EBC5}" dt="2026-10-03T08:59:17.992" v="930" actId="478"/>
          <ac:spMkLst>
            <pc:docMk/>
            <pc:sldMk cId="1095343696" sldId="271"/>
            <ac:spMk id="3" creationId="{D900E072-2BA1-AA5C-16CC-B9DE2A09B2FF}"/>
          </ac:spMkLst>
        </pc:spChg>
        <pc:spChg chg="add mod">
          <ac:chgData name="sriram 11" userId="0170f18911d52248" providerId="LiveId" clId="{A47FD2E7-0270-4FF7-963B-E6845816EBC5}" dt="2026-10-03T09:01:41.465" v="969" actId="20577"/>
          <ac:spMkLst>
            <pc:docMk/>
            <pc:sldMk cId="1095343696" sldId="271"/>
            <ac:spMk id="5" creationId="{39FC75A2-4FEF-D75F-3809-23A08A665190}"/>
          </ac:spMkLst>
        </pc:spChg>
        <pc:picChg chg="del">
          <ac:chgData name="sriram 11" userId="0170f18911d52248" providerId="LiveId" clId="{A47FD2E7-0270-4FF7-963B-E6845816EBC5}" dt="2026-10-03T08:59:13.794" v="928" actId="478"/>
          <ac:picMkLst>
            <pc:docMk/>
            <pc:sldMk cId="1095343696" sldId="271"/>
            <ac:picMk id="6" creationId="{24D42467-A76F-F049-E331-17EC526CFAC8}"/>
          </ac:picMkLst>
        </pc:picChg>
        <pc:picChg chg="del">
          <ac:chgData name="sriram 11" userId="0170f18911d52248" providerId="LiveId" clId="{A47FD2E7-0270-4FF7-963B-E6845816EBC5}" dt="2026-10-03T08:59:14.908" v="929" actId="478"/>
          <ac:picMkLst>
            <pc:docMk/>
            <pc:sldMk cId="1095343696" sldId="271"/>
            <ac:picMk id="8" creationId="{C069779D-7EFB-55A5-0EC2-6273959AFE8B}"/>
          </ac:picMkLst>
        </pc:picChg>
        <pc:picChg chg="add mod">
          <ac:chgData name="sriram 11" userId="0170f18911d52248" providerId="LiveId" clId="{A47FD2E7-0270-4FF7-963B-E6845816EBC5}" dt="2026-10-03T09:01:47.560" v="971" actId="1076"/>
          <ac:picMkLst>
            <pc:docMk/>
            <pc:sldMk cId="1095343696" sldId="271"/>
            <ac:picMk id="9" creationId="{18A679B1-58D7-73DB-65DC-9177285B0C58}"/>
          </ac:picMkLst>
        </pc:picChg>
        <pc:picChg chg="add mod">
          <ac:chgData name="sriram 11" userId="0170f18911d52248" providerId="LiveId" clId="{A47FD2E7-0270-4FF7-963B-E6845816EBC5}" dt="2026-10-03T09:02:58.214" v="975" actId="14100"/>
          <ac:picMkLst>
            <pc:docMk/>
            <pc:sldMk cId="1095343696" sldId="271"/>
            <ac:picMk id="11" creationId="{D0DA0F2A-B761-2E9B-C202-6E68607C4CEB}"/>
          </ac:picMkLst>
        </pc:picChg>
      </pc:sldChg>
      <pc:sldChg chg="add">
        <pc:chgData name="sriram 11" userId="0170f18911d52248" providerId="LiveId" clId="{A47FD2E7-0270-4FF7-963B-E6845816EBC5}" dt="2026-10-03T08:59:22.354" v="933" actId="2890"/>
        <pc:sldMkLst>
          <pc:docMk/>
          <pc:sldMk cId="1661130066" sldId="272"/>
        </pc:sldMkLst>
      </pc:sldChg>
      <pc:sldChg chg="add del">
        <pc:chgData name="sriram 11" userId="0170f18911d52248" providerId="LiveId" clId="{A47FD2E7-0270-4FF7-963B-E6845816EBC5}" dt="2026-10-03T08:59:20.782" v="932" actId="2890"/>
        <pc:sldMkLst>
          <pc:docMk/>
          <pc:sldMk cId="3607174346" sldId="272"/>
        </pc:sldMkLst>
      </pc:sldChg>
      <pc:sldChg chg="add">
        <pc:chgData name="sriram 11" userId="0170f18911d52248" providerId="LiveId" clId="{A47FD2E7-0270-4FF7-963B-E6845816EBC5}" dt="2026-10-03T08:59:22.571" v="934" actId="2890"/>
        <pc:sldMkLst>
          <pc:docMk/>
          <pc:sldMk cId="260658759" sldId="273"/>
        </pc:sldMkLst>
      </pc:sldChg>
      <pc:sldChg chg="add">
        <pc:chgData name="sriram 11" userId="0170f18911d52248" providerId="LiveId" clId="{A47FD2E7-0270-4FF7-963B-E6845816EBC5}" dt="2026-10-03T08:59:22.758" v="935" actId="2890"/>
        <pc:sldMkLst>
          <pc:docMk/>
          <pc:sldMk cId="598444329" sldId="274"/>
        </pc:sldMkLst>
      </pc:sldChg>
      <pc:sldChg chg="add">
        <pc:chgData name="sriram 11" userId="0170f18911d52248" providerId="LiveId" clId="{A47FD2E7-0270-4FF7-963B-E6845816EBC5}" dt="2026-10-03T08:59:22.977" v="936" actId="2890"/>
        <pc:sldMkLst>
          <pc:docMk/>
          <pc:sldMk cId="1566371034" sldId="275"/>
        </pc:sldMkLst>
      </pc:sldChg>
      <pc:sldChg chg="add">
        <pc:chgData name="sriram 11" userId="0170f18911d52248" providerId="LiveId" clId="{A47FD2E7-0270-4FF7-963B-E6845816EBC5}" dt="2026-10-03T08:59:23.271" v="937" actId="2890"/>
        <pc:sldMkLst>
          <pc:docMk/>
          <pc:sldMk cId="3039039596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0121-4E38-48FC-BDAA-E67A0BDD07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92B8-F2AF-4E3B-B354-9B6B5E9A3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56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0121-4E38-48FC-BDAA-E67A0BDD07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92B8-F2AF-4E3B-B354-9B6B5E9A3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62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0121-4E38-48FC-BDAA-E67A0BDD07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92B8-F2AF-4E3B-B354-9B6B5E9A3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53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0121-4E38-48FC-BDAA-E67A0BDD07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92B8-F2AF-4E3B-B354-9B6B5E9A3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938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0121-4E38-48FC-BDAA-E67A0BDD07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92B8-F2AF-4E3B-B354-9B6B5E9A3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309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0121-4E38-48FC-BDAA-E67A0BDD07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92B8-F2AF-4E3B-B354-9B6B5E9A3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487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0121-4E38-48FC-BDAA-E67A0BDD07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92B8-F2AF-4E3B-B354-9B6B5E9A3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57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0121-4E38-48FC-BDAA-E67A0BDD07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92B8-F2AF-4E3B-B354-9B6B5E9A3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789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0121-4E38-48FC-BDAA-E67A0BDD07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92B8-F2AF-4E3B-B354-9B6B5E9A3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85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0121-4E38-48FC-BDAA-E67A0BDD07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92B8-F2AF-4E3B-B354-9B6B5E9A3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008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0121-4E38-48FC-BDAA-E67A0BDD07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92B8-F2AF-4E3B-B354-9B6B5E9A3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58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90121-4E38-48FC-BDAA-E67A0BDD07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792B8-F2AF-4E3B-B354-9B6B5E9A3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59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5E8831-B61D-D964-31BD-75F1D236558A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8B341-82BE-31EC-ABB1-5F57C24EDD7C}"/>
              </a:ext>
            </a:extLst>
          </p:cNvPr>
          <p:cNvSpPr txBox="1"/>
          <p:nvPr/>
        </p:nvSpPr>
        <p:spPr>
          <a:xfrm>
            <a:off x="1443038" y="657225"/>
            <a:ext cx="35147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Hacking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List of Experiments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E86F6C-02AB-DE61-A8DC-D2F572FA78E7}"/>
              </a:ext>
            </a:extLst>
          </p:cNvPr>
          <p:cNvSpPr txBox="1"/>
          <p:nvPr/>
        </p:nvSpPr>
        <p:spPr>
          <a:xfrm>
            <a:off x="414338" y="2114550"/>
            <a:ext cx="59436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Execute and display the results for the following commands in Kali Linux Operating</a:t>
            </a:r>
          </a:p>
          <a:p>
            <a:r>
              <a:rPr lang="en-US" dirty="0"/>
              <a:t>Systems:  </a:t>
            </a:r>
          </a:p>
          <a:p>
            <a:endParaRPr lang="en-US" dirty="0"/>
          </a:p>
          <a:p>
            <a:endParaRPr lang="en-US" dirty="0"/>
          </a:p>
          <a:p>
            <a:pPr marL="400050" indent="-400050">
              <a:buFont typeface="+mj-lt"/>
              <a:buAutoNum type="romanLcPeriod"/>
            </a:pPr>
            <a:r>
              <a:rPr lang="en-US" dirty="0"/>
              <a:t>Rm command:</a:t>
            </a:r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00050" indent="-400050">
              <a:buFont typeface="+mj-lt"/>
              <a:buAutoNum type="romanLcPeriod"/>
            </a:pPr>
            <a:r>
              <a:rPr lang="en-IN" dirty="0"/>
              <a:t>Users command:</a:t>
            </a:r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r>
              <a:rPr lang="en-IN" dirty="0"/>
              <a:t>Tree command:</a:t>
            </a:r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8AEAAE-D526-5EC2-15B9-CD1046D99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629" y="4092714"/>
            <a:ext cx="2179509" cy="10668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293D03-1F4C-C88A-7B6C-58537FDDC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629" y="6277678"/>
            <a:ext cx="2377646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6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B5979-25EA-07DD-F180-428B95ACC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D20AAD-0AB4-E3A4-9080-B0A2FC6E328D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F06EE7-0397-3B3D-E530-25698F4F5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" y="876300"/>
            <a:ext cx="4143375" cy="3695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26A977-C193-1334-5078-892AE42C2AA8}"/>
              </a:ext>
            </a:extLst>
          </p:cNvPr>
          <p:cNvSpPr txBox="1"/>
          <p:nvPr/>
        </p:nvSpPr>
        <p:spPr>
          <a:xfrm>
            <a:off x="514350" y="5186363"/>
            <a:ext cx="54292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Execute and display the results for the following commands in Kali Linux Operating</a:t>
            </a:r>
          </a:p>
          <a:p>
            <a:r>
              <a:rPr lang="en-US" dirty="0"/>
              <a:t>Systems:</a:t>
            </a:r>
          </a:p>
          <a:p>
            <a:endParaRPr lang="en-US" dirty="0"/>
          </a:p>
          <a:p>
            <a:pPr marL="400050" indent="-400050">
              <a:buFont typeface="+mj-lt"/>
              <a:buAutoNum type="romanLcPeriod"/>
            </a:pPr>
            <a:r>
              <a:rPr lang="en-US" dirty="0"/>
              <a:t>less command: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09AE18-2E57-F7C5-3512-237DE5FEB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87" y="6756023"/>
            <a:ext cx="5708008" cy="134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93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75863-E8D7-6095-35B7-1AF4F49A0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177E9A-1933-DB10-8B75-92F5C3BABFC7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26F435-72A7-4CAA-AD89-3FE423F020B8}"/>
              </a:ext>
            </a:extLst>
          </p:cNvPr>
          <p:cNvSpPr txBox="1"/>
          <p:nvPr/>
        </p:nvSpPr>
        <p:spPr>
          <a:xfrm>
            <a:off x="542925" y="771525"/>
            <a:ext cx="53006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AutoNum type="romanLcPeriod" startAt="2"/>
            </a:pPr>
            <a:r>
              <a:rPr lang="en-US" dirty="0"/>
              <a:t>more command</a:t>
            </a:r>
          </a:p>
          <a:p>
            <a:pPr marL="400050" indent="-400050">
              <a:buAutoNum type="romanLcPeriod" startAt="2"/>
            </a:pPr>
            <a:endParaRPr lang="en-US" dirty="0"/>
          </a:p>
          <a:p>
            <a:pPr marL="400050" indent="-400050">
              <a:buAutoNum type="romanLcPeriod" startAt="2"/>
            </a:pPr>
            <a:endParaRPr lang="en-US" dirty="0"/>
          </a:p>
          <a:p>
            <a:pPr marL="400050" indent="-400050">
              <a:buAutoNum type="romanLcPeriod" startAt="2"/>
            </a:pPr>
            <a:endParaRPr lang="en-US" dirty="0"/>
          </a:p>
          <a:p>
            <a:pPr marL="400050" indent="-400050">
              <a:buAutoNum type="romanLcPeriod" startAt="2"/>
            </a:pPr>
            <a:endParaRPr lang="en-US" dirty="0"/>
          </a:p>
          <a:p>
            <a:pPr marL="400050" indent="-400050">
              <a:buAutoNum type="romanLcPeriod" startAt="2"/>
            </a:pPr>
            <a:endParaRPr lang="en-US" dirty="0"/>
          </a:p>
          <a:p>
            <a:pPr marL="400050" indent="-400050">
              <a:buAutoNum type="romanLcPeriod" startAt="2"/>
            </a:pPr>
            <a:endParaRPr lang="en-US" dirty="0"/>
          </a:p>
          <a:p>
            <a:pPr marL="400050" indent="-400050">
              <a:buAutoNum type="romanLcPeriod" startAt="2"/>
            </a:pPr>
            <a:endParaRPr lang="en-US" dirty="0"/>
          </a:p>
          <a:p>
            <a:endParaRPr lang="en-US" dirty="0"/>
          </a:p>
          <a:p>
            <a:r>
              <a:rPr lang="en-US" dirty="0"/>
              <a:t>iii.     vi command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DEEAF9-2910-712E-267A-E75D0164D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02" y="1562052"/>
            <a:ext cx="4913448" cy="1295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CDB88E-54FD-20B8-D4C0-413E12ED2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02" y="3803170"/>
            <a:ext cx="4465707" cy="37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41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364A6-7422-12C4-47AB-89918FBB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1DA2BE-9764-E4F3-7F68-1A5438A308FC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CFD5E2-7047-CFAD-08EF-FCC1E41B4168}"/>
              </a:ext>
            </a:extLst>
          </p:cNvPr>
          <p:cNvSpPr txBox="1"/>
          <p:nvPr/>
        </p:nvSpPr>
        <p:spPr>
          <a:xfrm>
            <a:off x="557213" y="728663"/>
            <a:ext cx="5329237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Execute and display the results for the following commands in Kali Linux Operating</a:t>
            </a:r>
          </a:p>
          <a:p>
            <a:r>
              <a:rPr lang="en-US" dirty="0"/>
              <a:t>Systems:</a:t>
            </a:r>
          </a:p>
          <a:p>
            <a:endParaRPr lang="en-US" dirty="0"/>
          </a:p>
          <a:p>
            <a:pPr marL="400050" indent="-400050">
              <a:buFont typeface="+mj-lt"/>
              <a:buAutoNum type="romanLcPeriod"/>
            </a:pPr>
            <a:r>
              <a:rPr lang="en-US" dirty="0"/>
              <a:t>Tree</a:t>
            </a:r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endParaRPr lang="en-US" dirty="0"/>
          </a:p>
          <a:p>
            <a:r>
              <a:rPr lang="en-US" dirty="0"/>
              <a:t>ii.     Head     ##displays the first 10 line </a:t>
            </a:r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C29B85-B46C-7780-2A5C-662BFCB23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527965"/>
            <a:ext cx="4143375" cy="3695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8254EE-87AA-9BF8-05F1-D10C34801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49" y="6979857"/>
            <a:ext cx="4765427" cy="174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37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CD60A-3244-0F16-2567-E7651CAC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EA24D9-845A-AB56-0643-16E88F36F1CD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0D847-5DB0-928A-9728-BFC1F20333DF}"/>
              </a:ext>
            </a:extLst>
          </p:cNvPr>
          <p:cNvSpPr txBox="1"/>
          <p:nvPr/>
        </p:nvSpPr>
        <p:spPr>
          <a:xfrm>
            <a:off x="540579" y="700088"/>
            <a:ext cx="531495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AutoNum type="romanLcPeriod" startAt="3"/>
            </a:pPr>
            <a:r>
              <a:rPr lang="en-US" dirty="0"/>
              <a:t>Tail</a:t>
            </a:r>
          </a:p>
          <a:p>
            <a:pPr marL="400050" indent="-400050">
              <a:buAutoNum type="romanLcPeriod" startAt="3"/>
            </a:pPr>
            <a:endParaRPr lang="en-US" dirty="0"/>
          </a:p>
          <a:p>
            <a:pPr marL="400050" indent="-400050">
              <a:buAutoNum type="romanLcPeriod" startAt="3"/>
            </a:pPr>
            <a:endParaRPr lang="en-US" dirty="0"/>
          </a:p>
          <a:p>
            <a:pPr marL="400050" indent="-400050">
              <a:buAutoNum type="romanLcPeriod" startAt="3"/>
            </a:pPr>
            <a:endParaRPr lang="en-US" dirty="0"/>
          </a:p>
          <a:p>
            <a:pPr marL="400050" indent="-400050">
              <a:buAutoNum type="romanLcPeriod" startAt="3"/>
            </a:pPr>
            <a:endParaRPr lang="en-US" dirty="0"/>
          </a:p>
          <a:p>
            <a:pPr marL="400050" indent="-400050">
              <a:buAutoNum type="romanLcPeriod" startAt="3"/>
            </a:pPr>
            <a:endParaRPr lang="en-US" dirty="0"/>
          </a:p>
          <a:p>
            <a:pPr marL="400050" indent="-400050">
              <a:buAutoNum type="romanLcPeriod" startAt="3"/>
            </a:pPr>
            <a:endParaRPr lang="en-US" dirty="0"/>
          </a:p>
          <a:p>
            <a:pPr marL="400050" indent="-400050">
              <a:buAutoNum type="romanLcPeriod" startAt="3"/>
            </a:pPr>
            <a:endParaRPr lang="en-US" dirty="0"/>
          </a:p>
          <a:p>
            <a:pPr marL="400050" indent="-400050">
              <a:buAutoNum type="romanLcPeriod" startAt="3"/>
            </a:pPr>
            <a:endParaRPr lang="en-US" dirty="0"/>
          </a:p>
          <a:p>
            <a:pPr marL="400050" indent="-400050">
              <a:buAutoNum type="romanLcPeriod" startAt="3"/>
            </a:pPr>
            <a:endParaRPr lang="en-US" dirty="0"/>
          </a:p>
          <a:p>
            <a:pPr marL="400050" indent="-400050">
              <a:buAutoNum type="romanLcPeriod" startAt="3"/>
            </a:pPr>
            <a:endParaRPr lang="en-US" dirty="0"/>
          </a:p>
          <a:p>
            <a:pPr marL="400050" indent="-400050">
              <a:buAutoNum type="romanLcPeriod" startAt="3"/>
            </a:pPr>
            <a:endParaRPr lang="en-US" dirty="0"/>
          </a:p>
          <a:p>
            <a:pPr marL="400050" indent="-400050">
              <a:buAutoNum type="romanLcPeriod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4. Execute and display the results for the following commands in Kali Linux Operating</a:t>
            </a:r>
          </a:p>
          <a:p>
            <a:r>
              <a:rPr lang="en-US" dirty="0"/>
              <a:t>Systems:</a:t>
            </a:r>
          </a:p>
          <a:p>
            <a:endParaRPr lang="en-US" dirty="0"/>
          </a:p>
          <a:p>
            <a:pPr marL="400050" indent="-400050">
              <a:buAutoNum type="romanLcParenR"/>
            </a:pPr>
            <a:r>
              <a:rPr lang="en-US" dirty="0"/>
              <a:t>Ls</a:t>
            </a:r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7D7319-F20D-DD75-9012-CF0D79E40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71" y="1346418"/>
            <a:ext cx="5091099" cy="2654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DB8F7E-94C2-EE04-A2B7-F1A3A2B7B6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79" y="6625470"/>
            <a:ext cx="5743540" cy="116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28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01839-9FAD-F87D-0CF2-24AD7C5C0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941B4D-7DD2-2A64-4C3E-7C91E8CA7D9C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F38973-6F53-D359-BB9E-8081FCC723D3}"/>
              </a:ext>
            </a:extLst>
          </p:cNvPr>
          <p:cNvSpPr txBox="1"/>
          <p:nvPr/>
        </p:nvSpPr>
        <p:spPr>
          <a:xfrm>
            <a:off x="471487" y="750006"/>
            <a:ext cx="3429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ii) Cat</a:t>
            </a:r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iii) </a:t>
            </a:r>
            <a:r>
              <a:rPr lang="en-US" sz="1800" dirty="0" err="1"/>
              <a:t>Mkdir</a:t>
            </a:r>
            <a:endParaRPr lang="en-IN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67B239-8567-C9E5-D6B0-FBDB26AEA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3" y="1628775"/>
            <a:ext cx="4819650" cy="1790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CF06B4-1294-527A-4FD9-878C352C5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7" y="4499289"/>
            <a:ext cx="5765007" cy="177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756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7A42-41ED-2ED8-AD78-20FC2344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1883C2-DF6E-9F66-ADE5-43C75DA84C27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D4CF10-DE76-C614-CCB8-D596FCB3AFB1}"/>
              </a:ext>
            </a:extLst>
          </p:cNvPr>
          <p:cNvSpPr txBox="1"/>
          <p:nvPr/>
        </p:nvSpPr>
        <p:spPr>
          <a:xfrm>
            <a:off x="480060" y="766078"/>
            <a:ext cx="613505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Execute and display the results for the following commands in Kali Linux Operating</a:t>
            </a:r>
          </a:p>
          <a:p>
            <a:r>
              <a:rPr lang="en-IN" dirty="0"/>
              <a:t>Systems:</a:t>
            </a:r>
          </a:p>
          <a:p>
            <a:endParaRPr lang="en-IN" dirty="0"/>
          </a:p>
          <a:p>
            <a:pPr marL="400050" indent="-400050">
              <a:buAutoNum type="romanLcParenR"/>
            </a:pPr>
            <a:r>
              <a:rPr lang="en-IN" dirty="0"/>
              <a:t>Uptime</a:t>
            </a:r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r>
              <a:rPr lang="en-IN" dirty="0"/>
              <a:t>ii) Date: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iii) Mv:    ##Move or rename files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87A9BF-44E5-1342-F741-970B7C03A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81" y="2407878"/>
            <a:ext cx="4977759" cy="11430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A099B2-6B71-C9D0-A329-8A7E5B2E0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81" y="4532907"/>
            <a:ext cx="3762277" cy="13649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33B94F-08D4-A055-90A6-5E48AE34DB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" y="6830525"/>
            <a:ext cx="5905500" cy="82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88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B24D6-E763-6B9E-ECBE-C7B3978DD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529BA6-B92C-DC0A-668F-F4DF2E886FBC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AD1A44-A8CF-3F27-22BA-D6C41EF36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62" y="2609698"/>
            <a:ext cx="2949196" cy="3497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827C4A-14AD-27D3-DBF2-4CE72B71A9BA}"/>
              </a:ext>
            </a:extLst>
          </p:cNvPr>
          <p:cNvSpPr txBox="1"/>
          <p:nvPr/>
        </p:nvSpPr>
        <p:spPr>
          <a:xfrm>
            <a:off x="399097" y="730627"/>
            <a:ext cx="6059805" cy="877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Execute and display the results for the following commands in Kali Linux Operating</a:t>
            </a:r>
          </a:p>
          <a:p>
            <a:r>
              <a:rPr lang="en-IN" dirty="0"/>
              <a:t>Systems:</a:t>
            </a:r>
          </a:p>
          <a:p>
            <a:endParaRPr lang="en-IN" dirty="0"/>
          </a:p>
          <a:p>
            <a:pPr marL="400050" indent="-400050">
              <a:buAutoNum type="romanLcParenR"/>
            </a:pPr>
            <a:r>
              <a:rPr lang="en-IN" dirty="0"/>
              <a:t>Touch</a:t>
            </a:r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pPr marL="400050" indent="-400050">
              <a:buAutoNum type="romanLcParenR"/>
            </a:pPr>
            <a:endParaRPr lang="en-IN" dirty="0"/>
          </a:p>
          <a:p>
            <a:endParaRPr lang="en-IN" dirty="0"/>
          </a:p>
          <a:p>
            <a:r>
              <a:rPr lang="en-IN" dirty="0"/>
              <a:t>ii) </a:t>
            </a:r>
            <a:r>
              <a:rPr lang="en-IN" dirty="0" err="1"/>
              <a:t>Pwd</a:t>
            </a:r>
            <a:endParaRPr lang="en-IN" dirty="0"/>
          </a:p>
          <a:p>
            <a:endParaRPr lang="en-IN" dirty="0"/>
          </a:p>
          <a:p>
            <a:r>
              <a:rPr lang="en-IN" sz="1600" dirty="0"/>
              <a:t>##pwd means Print Working Directory. It tells you exactly which directory you're currently inside.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464816-EB4D-C25E-38DF-EC0D2E28D0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62" y="7868514"/>
            <a:ext cx="2277564" cy="87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483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0972E-D043-9ADF-7160-B55817FB3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CDD346-239E-B505-8CDD-AD010DC8D982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E08129-8350-67DA-24A3-2635EA364AAE}"/>
              </a:ext>
            </a:extLst>
          </p:cNvPr>
          <p:cNvSpPr txBox="1"/>
          <p:nvPr/>
        </p:nvSpPr>
        <p:spPr>
          <a:xfrm>
            <a:off x="502920" y="762000"/>
            <a:ext cx="551688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/>
          </a:p>
          <a:p>
            <a:r>
              <a:rPr lang="en-IN" dirty="0"/>
              <a:t>iii) Wget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A82C2E-606B-1912-AABB-5AFEEA707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65" y="1532632"/>
            <a:ext cx="5996275" cy="23336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A6F1A2-9C12-633F-6046-59BA2D4A68AB}"/>
              </a:ext>
            </a:extLst>
          </p:cNvPr>
          <p:cNvSpPr txBox="1"/>
          <p:nvPr/>
        </p:nvSpPr>
        <p:spPr>
          <a:xfrm>
            <a:off x="495964" y="4468254"/>
            <a:ext cx="611914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Execute and display the results for the following commands in Kali Linux Operating</a:t>
            </a:r>
          </a:p>
          <a:p>
            <a:r>
              <a:rPr lang="en-IN" dirty="0"/>
              <a:t>Systems:</a:t>
            </a:r>
          </a:p>
          <a:p>
            <a:endParaRPr lang="en-IN" dirty="0"/>
          </a:p>
          <a:p>
            <a:pPr marL="400050" indent="-400050">
              <a:buFont typeface="+mj-lt"/>
              <a:buAutoNum type="romanLcPeriod"/>
            </a:pPr>
            <a:r>
              <a:rPr lang="en-IN" dirty="0"/>
              <a:t>Cd</a:t>
            </a:r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1771650" lvl="3" indent="-400050">
              <a:buFont typeface="+mj-lt"/>
              <a:buAutoNum type="romanLcPeriod"/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C88D43-249C-2891-E765-A58D80EC0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6088322"/>
            <a:ext cx="3764280" cy="192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099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0223A-430E-1E81-5074-FC1344C9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A283C9-A503-B2D8-993E-1F51BCEA7EC0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2C3E2-1C04-EA76-3717-93539E3B9C8D}"/>
              </a:ext>
            </a:extLst>
          </p:cNvPr>
          <p:cNvSpPr txBox="1"/>
          <p:nvPr/>
        </p:nvSpPr>
        <p:spPr>
          <a:xfrm>
            <a:off x="335279" y="789355"/>
            <a:ext cx="6332220" cy="9233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ii.      Cp:</a:t>
            </a:r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sz="1800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sz="1800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sz="1800" dirty="0"/>
          </a:p>
          <a:p>
            <a:endParaRPr lang="en-IN" dirty="0"/>
          </a:p>
          <a:p>
            <a:pPr marL="400050" indent="-400050">
              <a:buAutoNum type="romanLcPeriod" startAt="3"/>
            </a:pPr>
            <a:r>
              <a:rPr lang="en-IN" sz="1800" dirty="0"/>
              <a:t>Ls</a:t>
            </a:r>
          </a:p>
          <a:p>
            <a:pPr marL="400050" indent="-400050">
              <a:buAutoNum type="romanLcPeriod" startAt="3"/>
            </a:pPr>
            <a:endParaRPr lang="en-IN" dirty="0"/>
          </a:p>
          <a:p>
            <a:pPr marL="400050" indent="-400050">
              <a:buAutoNum type="romanLcPeriod" startAt="3"/>
            </a:pPr>
            <a:endParaRPr lang="en-IN" sz="1800" dirty="0"/>
          </a:p>
          <a:p>
            <a:pPr marL="400050" indent="-400050">
              <a:buAutoNum type="romanLcPeriod" startAt="3"/>
            </a:pPr>
            <a:endParaRPr lang="en-IN" dirty="0"/>
          </a:p>
          <a:p>
            <a:pPr marL="400050" indent="-400050">
              <a:buAutoNum type="romanLcPeriod" startAt="3"/>
            </a:pPr>
            <a:endParaRPr lang="en-IN" sz="1800" dirty="0"/>
          </a:p>
          <a:p>
            <a:pPr marL="400050" indent="-400050">
              <a:buAutoNum type="romanLcPeriod" startAt="3"/>
            </a:pPr>
            <a:endParaRPr lang="en-IN" dirty="0"/>
          </a:p>
          <a:p>
            <a:pPr marL="400050" indent="-400050">
              <a:buAutoNum type="romanLcPeriod" startAt="3"/>
            </a:pPr>
            <a:endParaRPr lang="en-IN" sz="1800" dirty="0"/>
          </a:p>
          <a:p>
            <a:r>
              <a:rPr lang="en-US" dirty="0"/>
              <a:t>8. Execute and display the results for the following Nmap service version and OS</a:t>
            </a:r>
          </a:p>
          <a:p>
            <a:r>
              <a:rPr lang="en-US" dirty="0"/>
              <a:t>detection commands in Kali Linux operating systems:</a:t>
            </a:r>
          </a:p>
          <a:p>
            <a:pPr marL="400050" indent="-400050">
              <a:buAutoNum type="romanLcPeriod" startAt="3"/>
            </a:pPr>
            <a:endParaRPr lang="en-US" dirty="0"/>
          </a:p>
          <a:p>
            <a:pPr marL="400050" indent="-400050">
              <a:buAutoNum type="romanLcParenR"/>
            </a:pPr>
            <a:r>
              <a:rPr lang="en-US" dirty="0"/>
              <a:t>detect the version of services running</a:t>
            </a:r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pPr marL="400050" indent="-400050">
              <a:buAutoNum type="romanLcParenR"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3DA80E-5B2E-A63C-031E-CF7E128A7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3" y="1604796"/>
            <a:ext cx="5976937" cy="969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36B98C-2E9F-948F-7F94-10B42A220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" y="4000452"/>
            <a:ext cx="5951219" cy="6542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A62941-4108-D093-0B59-465DD1EB92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3" y="6678034"/>
            <a:ext cx="5837426" cy="24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23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B92EE-49B7-E573-5DE9-7518B43C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5E50A1-ECF4-74D0-C66A-CE80A0891D23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9AEAF-6A77-7D32-087C-72CF85D3DB98}"/>
              </a:ext>
            </a:extLst>
          </p:cNvPr>
          <p:cNvSpPr txBox="1"/>
          <p:nvPr/>
        </p:nvSpPr>
        <p:spPr>
          <a:xfrm>
            <a:off x="388620" y="481876"/>
            <a:ext cx="5935980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AutoNum type="romanLcParenR"/>
            </a:pPr>
            <a:endParaRPr lang="en-US" sz="1800" dirty="0"/>
          </a:p>
          <a:p>
            <a:r>
              <a:rPr lang="en-US" sz="1800" dirty="0"/>
              <a:t>ii) aggressive scan</a:t>
            </a:r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D2BC40-5AB3-C563-E706-47294F294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72" y="1340956"/>
            <a:ext cx="5258256" cy="3779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A06019-4E89-2030-E024-5EB0B1226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58" y="5316930"/>
            <a:ext cx="5610543" cy="344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38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0A1C-FE55-BF72-ADB4-74D8356EF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5CCA2E-0CF6-6AD7-0E53-E9B3C1AACB3D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3E72D-A633-67DA-F00E-0171D502BEB0}"/>
              </a:ext>
            </a:extLst>
          </p:cNvPr>
          <p:cNvSpPr txBox="1"/>
          <p:nvPr/>
        </p:nvSpPr>
        <p:spPr>
          <a:xfrm>
            <a:off x="373380" y="544174"/>
            <a:ext cx="5875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/>
          </a:p>
          <a:p>
            <a:r>
              <a:rPr lang="en-US" sz="1800" dirty="0"/>
              <a:t>iii) detect operating system of the target</a:t>
            </a: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65789A-A287-58D1-FDB5-FA3C2A18F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" y="1600044"/>
            <a:ext cx="6088908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224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90009-F02C-9A7F-F874-8E0A8877E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71C7AE-59CA-E8F2-7875-E1C17E0717CD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Execute and display the results for the following Nmap Timing and performance</a:t>
            </a:r>
          </a:p>
          <a:p>
            <a:pPr algn="ctr"/>
            <a:r>
              <a:rPr lang="en-US"/>
              <a:t>commands in Kali Linux operating Systems:</a:t>
            </a:r>
          </a:p>
          <a:p>
            <a:pPr algn="ctr"/>
            <a:r>
              <a:rPr lang="en-US"/>
              <a:t>(i) polite IDS evasion</a:t>
            </a:r>
          </a:p>
          <a:p>
            <a:pPr algn="ctr"/>
            <a:r>
              <a:rPr lang="en-US"/>
              <a:t>(ii) normal IDS evasion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AA91F-BCB0-3F20-4549-0BF86D724D51}"/>
              </a:ext>
            </a:extLst>
          </p:cNvPr>
          <p:cNvSpPr txBox="1"/>
          <p:nvPr/>
        </p:nvSpPr>
        <p:spPr>
          <a:xfrm>
            <a:off x="388620" y="615019"/>
            <a:ext cx="646938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Execute and display the results for the following Nmap Timing and performance</a:t>
            </a:r>
          </a:p>
          <a:p>
            <a:r>
              <a:rPr lang="en-IN" dirty="0"/>
              <a:t>commands in Kali Linux operating Systems:</a:t>
            </a:r>
          </a:p>
          <a:p>
            <a:pPr marL="400050" indent="-400050">
              <a:buAutoNum type="romanLcParenBoth"/>
            </a:pPr>
            <a:r>
              <a:rPr lang="en-IN" dirty="0"/>
              <a:t>polite IDS evasion:</a:t>
            </a:r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endParaRPr lang="en-IN" dirty="0"/>
          </a:p>
          <a:p>
            <a:r>
              <a:rPr lang="en-IN" dirty="0"/>
              <a:t>(ii) normal IDS evasion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5E83F1-CB0A-2FA7-AB17-0A8A85802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" y="1933575"/>
            <a:ext cx="5945505" cy="31648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B07BBA-325D-1308-5267-F8C9FDFF39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47" y="6265063"/>
            <a:ext cx="5945505" cy="209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464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8134D-ACF2-1EA0-5409-F455AAB28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098308-9082-7996-5669-D6B2E71F07C3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E68E9C-B9CB-62B8-FE31-AE2DA479E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04" y="2168448"/>
            <a:ext cx="5128704" cy="15393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6475DE-B668-C249-5DC3-060703C6C2E6}"/>
              </a:ext>
            </a:extLst>
          </p:cNvPr>
          <p:cNvSpPr txBox="1"/>
          <p:nvPr/>
        </p:nvSpPr>
        <p:spPr>
          <a:xfrm>
            <a:off x="435293" y="784607"/>
            <a:ext cx="616553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10. To execute the following commands in Kali Linux Operating Systems:</a:t>
            </a:r>
          </a:p>
          <a:p>
            <a:endParaRPr lang="en-IN" dirty="0"/>
          </a:p>
          <a:p>
            <a:pPr marL="400050" indent="-400050">
              <a:buFont typeface="+mj-lt"/>
              <a:buAutoNum type="romanLcPeriod"/>
            </a:pPr>
            <a:r>
              <a:rPr lang="en-IN" dirty="0"/>
              <a:t>Free command</a:t>
            </a:r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r>
              <a:rPr lang="en-IN" dirty="0"/>
              <a:t>Sort command:</a:t>
            </a:r>
          </a:p>
          <a:p>
            <a:endParaRPr lang="en-IN" dirty="0"/>
          </a:p>
          <a:p>
            <a:r>
              <a:rPr lang="en-IN" dirty="0"/>
              <a:t>##inside the file before sorting 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57025E-E219-6A0D-618A-ED8A6F683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15" y="5801888"/>
            <a:ext cx="2526085" cy="235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2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94B19-A435-C314-B6A5-34E89A3A4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A6A02A-23F2-FFDE-93EE-B74A503239A0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85841-2EA7-3710-D3F1-DAF3C3746EEF}"/>
              </a:ext>
            </a:extLst>
          </p:cNvPr>
          <p:cNvSpPr txBox="1"/>
          <p:nvPr/>
        </p:nvSpPr>
        <p:spPr>
          <a:xfrm>
            <a:off x="512677" y="3276600"/>
            <a:ext cx="342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sz="1800" dirty="0"/>
            </a:br>
            <a:r>
              <a:rPr lang="en-IN" sz="1800" dirty="0"/>
              <a:t>iii.     History command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C3A43-6159-EDD0-DDAA-17A76E4BE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89" y="1009596"/>
            <a:ext cx="2656177" cy="20231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567C56-E5E3-B98F-7BAF-AEF904BE1B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89" y="4166770"/>
            <a:ext cx="3810071" cy="497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4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26F88-1B83-3835-9819-1FE89902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82E98B-0603-9653-762E-03437A9F91CF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C75A2-4FEF-D75F-3809-23A08A665190}"/>
              </a:ext>
            </a:extLst>
          </p:cNvPr>
          <p:cNvSpPr txBox="1"/>
          <p:nvPr/>
        </p:nvSpPr>
        <p:spPr>
          <a:xfrm>
            <a:off x="449579" y="782658"/>
            <a:ext cx="615124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11. Execute and display the results for the following Nmap Timing and performance</a:t>
            </a:r>
          </a:p>
          <a:p>
            <a:r>
              <a:rPr lang="en-IN" dirty="0"/>
              <a:t>commands in Kali Linux operating Systems:</a:t>
            </a:r>
          </a:p>
          <a:p>
            <a:endParaRPr lang="en-IN" dirty="0"/>
          </a:p>
          <a:p>
            <a:endParaRPr lang="en-IN" dirty="0"/>
          </a:p>
          <a:p>
            <a:pPr marL="400050" indent="-400050">
              <a:buAutoNum type="romanLcParenBoth"/>
            </a:pPr>
            <a:r>
              <a:rPr lang="en-IN" dirty="0"/>
              <a:t>aggressive speed scan:</a:t>
            </a:r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pPr marL="400050" indent="-400050">
              <a:buAutoNum type="romanLcParenBoth"/>
            </a:pPr>
            <a:endParaRPr lang="en-IN" dirty="0"/>
          </a:p>
          <a:p>
            <a:endParaRPr lang="en-IN" dirty="0"/>
          </a:p>
          <a:p>
            <a:r>
              <a:rPr lang="en-IN" dirty="0"/>
              <a:t>(ii) insane speed scan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A679B1-58D7-73DB-65DC-9177285B0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76" y="2830768"/>
            <a:ext cx="5509448" cy="18397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DA0F2A-B761-2E9B-C202-6E68607C4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76" y="6080880"/>
            <a:ext cx="5509448" cy="197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43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ADDF7-E0D1-C14A-991D-2DAA4B753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F26B99-1F31-CF2F-ECDF-95A197C60E72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1130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D49AA-48D2-3797-16AE-0DAEB0A6D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8AFC5A-273E-66EF-A49F-4558E0C55600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58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50E17-7947-E106-1CB6-672FA5C5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61CC78-B947-D404-C7D5-38B3E8D563E1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8444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82289-544A-70E3-0C97-8620CDCE0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DDC75B-07D1-CAA4-D7F3-5714861B8F31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6371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5705F-EF88-6C73-F7B1-54662B7C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AE962E-ECED-DB90-FE92-D29D4320B9B4}"/>
              </a:ext>
            </a:extLst>
          </p:cNvPr>
          <p:cNvSpPr/>
          <p:nvPr/>
        </p:nvSpPr>
        <p:spPr>
          <a:xfrm>
            <a:off x="242888" y="285750"/>
            <a:ext cx="6357937" cy="94011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9039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1071</TotalTime>
  <Words>362</Words>
  <Application>Microsoft Office PowerPoint</Application>
  <PresentationFormat>A4 Paper (210x297 mm)</PresentationFormat>
  <Paragraphs>278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11</dc:creator>
  <cp:lastModifiedBy>sriram 11</cp:lastModifiedBy>
  <cp:revision>2</cp:revision>
  <dcterms:created xsi:type="dcterms:W3CDTF">2026-10-01T04:59:19Z</dcterms:created>
  <dcterms:modified xsi:type="dcterms:W3CDTF">2026-10-03T09:03:37Z</dcterms:modified>
</cp:coreProperties>
</file>